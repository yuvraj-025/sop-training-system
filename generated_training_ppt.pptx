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Employee Onboarding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B8D4"/>
                </a:solidFill>
              </a:rPr>
              <a:t>This Standard Operating Procedure (SOP) HR-SOP-001 outlines a consistent and comprehensive process for integrating new employees into the company. It covers pre-joining activities, Day 1 orientation,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206240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D4FF"/>
                </a:solidFill>
              </a:rPr>
              <a:t>📂  Human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8D4"/>
                </a:solidFill>
              </a:rPr>
              <a:t>AI-Generated Training Package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📋  SOP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D4"/>
                </a:solidFill>
              </a:rPr>
              <a:t>This Standard Operating Procedure (SOP) defines the standardized process for onboarding new employees at the company. The purpose is to ensure that every new hire receives a consistent, comprehensive, and welcoming introduction to the organization, its culture, tools, and role-specific responsibilities. A well-executed onboarding process reduces time-to-productivity, improves employee retention, and ensures compliance with company policies and legal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D4"/>
                </a:solidFill>
              </a:rPr>
              <a:t>This SOP applies to: All full-time and part-time employees joining the organization; Remote and on-site employees; HR Business Partners, Department Managers, IT Support, and Payroll teams involved in the onboarding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✦  Establishes a standardized, consistent, and welcoming onboarding experience to enhance new hire integration and retention.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0632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✦  Clearly delineates responsibilities for Human Resources, IT Department, Hiring Managers, and Payroll/Finance throughout the onboarding lifecycle.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✦  Outlines a structured process from pre-joining documentation and setup to 90-day performance milestones and critical compliance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📄  Document Sections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188719"/>
            <a:ext cx="5303520" cy="1188720"/>
          </a:xfrm>
          <a:prstGeom prst="rect">
            <a:avLst/>
          </a:prstGeom>
          <a:solidFill>
            <a:srgbClr val="1A233E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1.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39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Defines the objective of the SOP: to standardize onboarding for consistency, improved productivity, higher retention, and complian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19"/>
            <a:ext cx="5303520" cy="1188720"/>
          </a:xfrm>
          <a:prstGeom prst="rect">
            <a:avLst/>
          </a:prstGeom>
          <a:solidFill>
            <a:srgbClr val="1A233E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2.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91639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Specifies who the SOP applies to, including all new employees and key departmental stakeholders involved in the onboarding process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5303520" cy="1188720"/>
          </a:xfrm>
          <a:prstGeom prst="rect">
            <a:avLst/>
          </a:prstGeom>
          <a:solidFill>
            <a:srgbClr val="1A233E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3. RESPONSIBILITIES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Details the specific duties assigned to Human Resources, IT Department, Hiring Manager/Department Head, and Payroll/Finance teams.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560320"/>
            <a:ext cx="5303520" cy="1188720"/>
          </a:xfrm>
          <a:prstGeom prst="rect">
            <a:avLst/>
          </a:prstGeom>
          <a:solidFill>
            <a:srgbClr val="1A233E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4. PRE-JOINING PROCESS (Before Day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0632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Outlines crucial steps to be completed before the new employee's first day, such as offer letters, background verification, IT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5303520" cy="1188720"/>
          </a:xfrm>
          <a:prstGeom prst="rect">
            <a:avLst/>
          </a:prstGeom>
          <a:solidFill>
            <a:srgbClr val="1A233E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5. DAY 1 ONBOARDING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Describes the structured activities for the new hire's first day, including reception, HR orientation, IT setup, payroll documenta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931920"/>
            <a:ext cx="5303520" cy="1188720"/>
          </a:xfrm>
          <a:prstGeom prst="rect">
            <a:avLst/>
          </a:prstGeom>
          <a:solidFill>
            <a:srgbClr val="1A233E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6. WEEK 1 ACTIVITIES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4348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Lists key tasks for the new hire's first week, such as daily buddy check-ins, mandatory training completion, meeting attendance,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🎓  Module 1/3: Module 1: Foundations of Onboarding &amp; Pre-Joining Essentials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D4FF"/>
                </a:solidFill>
              </a:rPr>
              <a:t>Objective: To understand the overarching purpose, scope, and stakeholder responsibilities of the onboarding SOP, and to master the critical activities required before the new hire's first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B8D4"/>
                </a:solidFill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1.  Review SOP Purpose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Discuss the strategic importance of a consistent onboarding process (retention, productivity, compliance) and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2.  Understand Key Departmental Responsibilities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Identify and explain the distinct roles and responsibilities of HR, IT, Hiring Managers, and Payroll as outlin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3.  Execute Offer Letter &amp; Documentation (T-14 days)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HR sends the signed offer letter along with the employment contract, NDA, and background check consent. Reques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4.  Initiate Background Verification (T-7 days)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HR initiates BGV with the third-party vendor to verify identity, address, education, and previous employment.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5.  Submit IT Setup Request (T-5 days)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HR raises an IT ticket via ServiceNow, specifying the new hire's hardware preferences, required software licen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💡 TIPS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• Be proactive: Start pre-joining steps well in advance to avoid last-minute rushe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83463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• Accuracy is vital: Double-check all documentation and information for correctnes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566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• Clear communication: Maintain open lines of communication between HR, IT, and 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🎓  Module 2/3: Module 2: Delivering an Exceptional Day 1 Onboarding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D4FF"/>
                </a:solidFill>
              </a:rPr>
              <a:t>Objective: To successfully execute all Day 1 onboarding activities, providing a warm welcome, essential HR and IT setup, and a smooth departmental introduction to ensure a positive first impression.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B8D4"/>
                </a:solidFill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1.  New Hire Welcome &amp; Reception (9:00 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HR Coordinator greets the new hire, provides access card, company ID, welcome kit, and escorts them to their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2.  HR Orientation (9:30 AM – 11:00 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Conduct a comprehensive session covering company mission, vision, values, organizational structure, key HR pol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3.  IT Onboarding (11:00 AM – 12:00 PM)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IT hands over laptop and peripherals, assists with company email setup, communication tools (Slack/Teams),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4.  Payroll Documentation (12:00 PM – 12:30 PM)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Collect signed bank details and tax declaration forms. Add the employee's records to the HRMS (e.g., Zoho Peop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5.  Department Introduction (2:00 PM – 4:00 PM)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Hiring Manager introduces the new hire to their team, facilitates a team lunch or coffee catch-up (in-person 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💡 TIPS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• Prepare the workstation completely before arrival to convey readiness and profes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83463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• Keep the HR orientation engaging; break down information into digestible segment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566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• Encourage team members to actively welcome and interact with the new hire.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🎓  Module 3/3: Module 3: Sustained Integration, Performance Tracking, and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D4FF"/>
                </a:solidFill>
              </a:rPr>
              <a:t>Objective: To effectively manage the new hire's integration beyond Day 1, track progress against 30-60-90 day milestones, and ensure continuous adherence to all mandatory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B8D4"/>
                </a:solidFill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1.  Facilitate Week 1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Ensure daily 15-minute check-ins between the new hire and their buddy/mentor. Track completion of all mandator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2.  Track Day 30 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Verify completion of all mandatory trainings, understanding of team structure, and immediate project scope. 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3.  Monitor Day 60 Milestones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Assess the new hire's progress in contributing independently to at least one project and their deep-dive into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4.  Finalize Day 90 Milestones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Ensure the new hire is fully integrated into team workflows and that goals for the next quarter are set in 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5.  Ensure Ongoing Compliance &amp; Data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Continuously adhere to secure data storage in HRMS, restrict access to personal data, and maintain records as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💡 TIPS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• Provide continuous support: Regular check-ins from both manager and buddy are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83463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• Solicit feedback proactively: Use pulse surveys or informal conversations to gat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566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4"/>
                </a:solidFill>
              </a:rPr>
              <a:t>• Monitor compliance: Regularly check mandatory training completion and address 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❓  Quiz — 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D48A"/>
                </a:solidFill>
              </a:rPr>
              <a:t>  EASY  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Which department is primarily responsible for coordinating and overseeing the entire employee onboarding process, including sending offer letters and scheduling orientation sessions?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A.  Human Resources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B.  IT Department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C.  Hiring 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4805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D.  Payroll /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D48A"/>
                </a:solidFill>
              </a:rPr>
              <a:t>✅  Answer: A  —  As per Section 3.1, Human Resources is responsible for coordinating and overseeing the entire onboarding process, preparing documentation, and scheduling orient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❓  Quiz — 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C63FF"/>
                </a:solidFill>
              </a:rPr>
              <a:t>  MEDIUM  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According to the SOP, at what point before the new hire's Day 1 should HR typically initiate the background verification process with the third-party vendor?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A.  T-14 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B.  T-7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C.  T-5 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4805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D.  T-2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D48A"/>
                </a:solidFill>
              </a:rPr>
              <a:t>✅  Answer: B  —  Section 4, Step 2 states that background verification should be initiated at T-7 days (7 days before joining). T-14 is for offer letters, T-5 for IT setup reque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❓  Quiz — 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C63FF"/>
                </a:solidFill>
              </a:rPr>
              <a:t>  MEDIUM  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During Day 1 Onboarding, who is responsible for introducing the new hire to the team, organizing a team lunch/coffee, and sharing the 30-60-90 day plan?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A.  HR Coordinator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B.  IT Department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C.  Hiring Manager / Department Head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4805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D.  Payroll /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D48A"/>
                </a:solidFill>
              </a:rPr>
              <a:t>✅  Answer: C  —  Section 5, Steps 9 and 10 clearly outline these responsibilities for the Hiring Manager / Department Head.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❓  Quiz — 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C63FF"/>
                </a:solidFill>
              </a:rPr>
              <a:t>  MEDIUM  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According to the SOP, within how many days of joining must the mandatory POSH (Prevention of Sexual Harassment) training be completed?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A.  By Day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B.  Within 5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C.  Within 7 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4805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D.  By Day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D48A"/>
                </a:solidFill>
              </a:rPr>
              <a:t>✅  Answer: C  —  Section 8.2 (Mandatory Trainings) specifies that POSH training must be completed within 7 days of joining. Information Security training is within 5 days.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❓  Quiz — 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6B6B"/>
                </a:solidFill>
              </a:rPr>
              <a:t>  HARD  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Which of the following is NOT a defined milestone for a new employee by Day 60 as per the SOP?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A.  Begin contributing independently to at least one project.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B.  Deep-dive into 2-3 core tools/processes of the role.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C.  Complete all mandatory trainings.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1274552" cy="594360"/>
          </a:xfrm>
          <a:prstGeom prst="rect">
            <a:avLst/>
          </a:prstGeom>
          <a:solidFill>
            <a:srgbClr val="1A233E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4805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D.  Share feedback on onboarding experience via pulse survey.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D48A"/>
                </a:solidFill>
              </a:rPr>
              <a:t>✅  Answer: C  —  Section 7 states that 'Complete all mandatory trainings' is a Day 30 milestone, not Day 60. Options A, B, and D are all listed as Day 60 milestones.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1371600"/>
            <a:ext cx="2130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</a:rPr>
              <a:t>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Training Complete!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B8D4"/>
                </a:solidFill>
              </a:rPr>
              <a:t>You are now ready to apply this SOP in your daily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D4FF"/>
                </a:solidFill>
              </a:rPr>
              <a:t>📌  The SOP emphasizes strict adherence to data privacy regulations, requiring personal data to be securely stored in the HRMS with restricted access and a 7-year retention policy. It mandates completion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